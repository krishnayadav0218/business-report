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Weekly Business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2D6"/>
                </a:solidFill>
                <a:latin typeface="Calibri"/>
              </a:rPr>
              <a:t>Auto-generated on 11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Total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9E8F"/>
                </a:solidFill>
                <a:latin typeface="Calibri"/>
              </a:rPr>
              <a:t>₹1,377,100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Target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Calibri"/>
              </a:rPr>
              <a:t>94.5%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4622C"/>
                </a:solidFill>
                <a:latin typeface="Calibri"/>
              </a:rPr>
              <a:t>573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280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Avg Order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1828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9E8F"/>
                </a:solidFill>
                <a:latin typeface="Calibri"/>
              </a:rPr>
              <a:t>₹2,403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9E8F"/>
                </a:solidFill>
                <a:latin typeface="Calibri"/>
              </a:rPr>
              <a:t>₹526,500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9260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Period-on-Period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4622C"/>
                </a:solidFill>
                <a:latin typeface="Calibri"/>
              </a:rPr>
              <a:t>▼ 5.1%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Regional Performance</a:t>
            </a:r>
          </a:p>
        </p:txBody>
      </p:sp>
      <p:pic>
        <p:nvPicPr>
          <p:cNvPr id="3" name="Picture 2" descr="region_target_vs_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Collection Trend</a:t>
            </a:r>
          </a:p>
        </p:txBody>
      </p:sp>
      <p:pic>
        <p:nvPicPr>
          <p:cNvPr id="3" name="Picture 2" descr="collec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Salesperson Leaderboard</a:t>
            </a:r>
          </a:p>
        </p:txBody>
      </p:sp>
      <p:pic>
        <p:nvPicPr>
          <p:cNvPr id="3" name="Picture 2" descr="salesperson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14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